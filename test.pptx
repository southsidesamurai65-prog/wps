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Green Accent Bar"/>
          <p:cNvSpPr/>
          <p:nvPr/>
        </p:nvSpPr>
        <p:spPr>
          <a:xfrm>
            <a:off x="0" y="8839200"/>
            <a:ext cx="12192000" cy="304800"/>
          </a:xfrm>
          <a:prstGeom prst="rect">
            <a:avLst/>
          </a:prstGeom>
          <a:solidFill>
            <a:srgbClr val="1F7A3A"/>
          </a:solidFill>
          <a:ln>
            <a:noFill/>
          </a:ln>
        </p:spPr>
        <p:txBody>
          <a:bodyPr/>
          <a:lstStyle/>
          <a:p>
            <a:endParaRPr sz="2400"/>
          </a:p>
        </p:txBody>
      </p:sp>
      <p:sp>
        <p:nvSpPr>
          <p:cNvPr id="9002" name="Leaf Dot"/>
          <p:cNvSpPr/>
          <p:nvPr/>
        </p:nvSpPr>
        <p:spPr>
          <a:xfrm>
            <a:off x="10972800" y="365760"/>
            <a:ext cx="487680" cy="487680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txBody>
          <a:bodyPr/>
          <a:lstStyle/>
          <a:p>
            <a:endParaRPr sz="24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>
                <a:solidFill>
                  <a:srgbClr val="1B5E20"/>
                </a:solidFill>
              </a:rPr>
              <a:t>绿色化工的核心问题</a:t>
            </a:r>
            <a:endParaRPr>
              <a:solidFill>
                <a:srgbClr val="1B5E2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为什么重要</a:t>
            </a:r>
            <a:endParaRPr b="1"/>
          </a:p>
          <a:p>
            <a:pPr lvl="0"/>
            <a:r>
              <a:rPr>
                <a:solidFill>
                  <a:srgbClr val="1B5E20"/>
                </a:solidFill>
              </a:rPr>
              <a:t>化工产业支撑材料、能源、医药和农业</a:t>
            </a:r>
            <a:endParaRPr>
              <a:solidFill>
                <a:srgbClr val="1B5E20"/>
              </a:solidFill>
            </a:endParaRPr>
          </a:p>
          <a:p>
            <a:pPr lvl="0"/>
            <a:r>
              <a:t>传统工艺存在高能耗、高排放和高风险问题</a:t>
            </a:r>
          </a:p>
          <a:p>
            <a:pPr lvl="0"/>
            <a:r>
              <a:t>“双碳”目标要求从源头降低环境负荷</a:t>
            </a:r>
          </a:p>
        </p:txBody>
      </p:sp>
      <p:pic>
        <p:nvPicPr>
          <p:cNvPr id="4" name="Picture 1" descr="assets/green_chemistry_images/sustainable_lab.jpg"/>
          <p:cNvPicPr>
            <a:picLocks noGrp="1"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6197600" y="1828800"/>
            <a:ext cx="5384800" cy="403013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WPS 演示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绿色化工的核心问题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yq zeng</dc:creator>
  <cp:lastModifiedBy>WPS_1602370323</cp:lastModifiedBy>
  <cp:revision>5</cp:revision>
  <dcterms:created xsi:type="dcterms:W3CDTF">2023-08-09T12:44:00Z</dcterms:created>
  <dcterms:modified xsi:type="dcterms:W3CDTF">2026-07-27T12:33:08Z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5269F159D7584DACADC4E074B57D5F07_12</vt:lpwstr>
  </property>
</Properties>
</file>